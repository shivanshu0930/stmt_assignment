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SecurePlan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Agentic security test planning from a web application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Security teams spend significant time converting app behavior into clear, structured security test plans.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SecurePlan AI explores the UI, maps evidence to OWASP risk areas, and generates Markdown, JSON, and text reports.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URL intake -&gt; UI exploration -&gt; OWASP mapping -&gt; AI scenario generation -&gt; report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Professional dashboard, agent timeline, discovered flows, OWASP mapping, scenario table, export 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React + FastAPI + exploration agent + scanner enrichment + OpenAI synthesis + report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Enter URL, choose passive mode, generate report, review scenarios, export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1826"/>
                </a:solidFill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84457"/>
                </a:solidFill>
              </a:rPr>
              <a:t>Faster planning, consistent security coverage, explainable evidence, reusable documentation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800600"/>
            <a:ext cx="7863840" cy="73152"/>
          </a:xfrm>
          <a:prstGeom prst="rect">
            <a:avLst/>
          </a:prstGeom>
          <a:solidFill>
            <a:srgbClr val="00B4A0"/>
          </a:solidFill>
          <a:ln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